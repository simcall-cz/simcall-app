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trénink telefonních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dovedností pro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realitní makléře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Jediný simulátor v Česku, kde makléři trénují na AI klientech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manažeři vidí výsledky v reálném čase.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1463040" cy="32004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simcall.cz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Každý spálený lead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vás stojí tisíce korun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7680960" cy="77724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286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Nováčci paralyzovaní strachem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5786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Sedí před telefonem, potí se a nevolají. Každý den bez akce je ztráta.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7680960" cy="77724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15468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246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Manažeři ztrácí čas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35387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Hodiny strávené poslechem katastrofálních hovorů a roleplay, které nikdo nebere vážně.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7680960" cy="77724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206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Drahé leady v koši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44988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Platíte desítky tisíc za reklamu a nováček lead spálí za 30 sekund.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ŘEŠENÍ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SimCall: Trénink na AI klientech,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na reálných leadech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Makléři volají AI agentům, kteří simulují reálné české klienty.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Každý agent má vlastní osobnost, námitky a scénář.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hovoru přijde okamžitá AI analýza s konkrétními tipy.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828800" cy="128016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Scénářů z praxe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3200400"/>
            <a:ext cx="1828800" cy="128016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432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Nárůst úspěšnosti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200400"/>
            <a:ext cx="1828800" cy="128016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Spálených leadů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3200400"/>
            <a:ext cx="1828800" cy="128016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76656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Jistota manažera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TO FUNGUJE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nováčka k profesionálovi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3 krocích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94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60120" y="2743200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8529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Vyberte scénář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611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Zvolte AI agenta a typ hovoru — od studeného kontaktu po náročné námitky a vyjednávání.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20440" y="20116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49040" y="2194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749040" y="2743200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285292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Zavolejte AI agentovi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49040" y="3611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Hovor probíhá v reálném čase přímo v prohlížeči. Bez instalace, stačí mikrofon.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201168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537960" y="2194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6537960" y="2743200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85292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Získejte zpětnou vazbu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37960" y="3611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Okamžitá AI analýza se skóre, přepisem, výplňovými slovy a doporučeními.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FUNKCE PRO MAKLÉŘE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Vše pro individuální růst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55648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86537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analýza hovoru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54480" y="1938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Automatické vyhodnocení se skóre, silnými stránkami a konkrétními tipy ke zlepšení.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755648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86537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Přepis a nahrávka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77840" y="1938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Kompletní přepis a detekce výplňových slov, které zabíjejí obchody.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31520" y="265176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2852928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96265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Sledování pokroku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554480" y="30358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Detailní statistiky zlepšení v čase. Vidíte přesně, kde rostete.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65176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2852928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96265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Reálné české scénáře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577840" y="30358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agenti znají českou legislativu, katastrální postupy a rezervační proces.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31520" y="374904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3950208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05993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Personalizovaná doporučení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554480" y="4133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vám řekne přesně, co říct jinak, abyste příště uzavřeli obchod.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54880" y="3749040"/>
            <a:ext cx="3749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937760" y="3950208"/>
            <a:ext cx="457200" cy="45720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405993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778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přepisů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577840" y="4133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Stáhněte si přepisy hovorů v PDF nebo CSV pro vlastní analýzu.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FUNKCE PRO MANAŽERY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Kontrola nad celým týmem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jednoho místa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749040" cy="109728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28600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4140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dashboard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Přehled výkonu celého týmu na jednom místě. Analytika každého makléře.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2011680"/>
            <a:ext cx="3749040" cy="109728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83480" y="228600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496" y="241401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Žebříčky a gamifikace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66928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Kompetitivní žebříčky, které probudí prodejní instinkt celého oddělení.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3383280"/>
            <a:ext cx="3749040" cy="109728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0120" y="365760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378561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Správa týmu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45920" y="3886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Vytvářejte a spravujte účty členů přímo z dashboardu. Neomezený počet profilů.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383280"/>
            <a:ext cx="3749040" cy="109728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983480" y="365760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3785616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566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Analytika zaměstnanců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669280" y="3886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Sledujte pokrok, úspěšnost a aktivitu každého člena v reálném čase.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SCÉNÁŘE Z PRAXE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Arogantní investoři, skeptičtí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slevovači i zmatení dědicové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75688"/>
            <a:ext cx="731520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756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Těžká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37360" y="2039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call z katastru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350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Majitel je agresivní a podezřívavý. Makléř musí prorazit bariéru k hodnotě.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96596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2075688"/>
            <a:ext cx="73152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0756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Střední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0" y="2039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Bleskový web lead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350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Tlak na rychlé uzavření u teplého leadu. Nesmíte usnout na vavřínech.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081528"/>
            <a:ext cx="73152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0815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Střední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37360" y="3044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Urgentní prodej a rozvod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3558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Extrémní trénink empatie. Klienti na sebe křičí a vy musíte ustát mediaci.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081528"/>
            <a:ext cx="731520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0815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Pokročilá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60720" y="3044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Obhajoba exkluzivity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3558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Klíčový moment byznysu. Obhájit provizi a exkluzivitu bez ustupování.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97764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4087368"/>
            <a:ext cx="731520" cy="2011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0873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Pokročilá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737360" y="4050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Věcné břemeno dožití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361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Vysvětlit vliv na cenu a navrhnout řešení. Znalost legislativy.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97764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4087368"/>
            <a:ext cx="731520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40873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Těžká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60720" y="4050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Samoprodejce FSBO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4361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Majitel prodává sám. Překonat odmítání a prokázat hodnotu makléře.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PRO POKROČILÉ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Není to jen pro nováčky.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Zdokonalte se i vy.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Naši pokročilí AI agenti mají hlubokou znalost českého práva,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smluvních procesů a neobvyklých situací.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968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Developerské projekty a prodej celých bytových domů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80944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944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Vyplacení exekuce klienta a komplikované zástavy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64992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33284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Stavba bez stavebního povolení a jak to řešit s kupcem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4904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7124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Nájemník odmítá odejít a prodej obsazené nemovitosti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33088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1560" y="40965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Dědické spory a prodej s více vlastníky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517136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Věcná břemena, předkupní práva, zápisy v katastru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6459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když prodávám 10 let, našel jsem</a:t>
            </a:r>
            <a:endParaRPr lang="en-US" sz="2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SimCallu případy, které jsem nikdy</a:t>
            </a:r>
            <a:endParaRPr lang="en-US" sz="2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neřešil. Teď vím přesně, co říct klientovi.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Pokročilý makléř  |  10+ let v oboru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4023360"/>
            <a:ext cx="3200400" cy="73152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023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</a:t>
            </a:r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nárůst úspěšnosti hovorů za 3 měsíce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BEZPEČNOST A SOUKROMÍ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Vaše data pod kontrolou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83080"/>
            <a:ext cx="502920" cy="50292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90195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Šifrování dat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2057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Veškerá data šifrována při přenosu i v úložišti. Servery v EU.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783080"/>
            <a:ext cx="502920" cy="50292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90195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compliance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69280" y="20574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Plně v souladu s GDPR. Právo na export a smazání dat kdykoliv.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10896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3337560"/>
            <a:ext cx="502920" cy="50292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45643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291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Soukromí nahrávek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45920" y="36118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nahrávkám má přístup pouze uživatel. Manažer vidí jen souhrnné statistiky.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10896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83480" y="3337560"/>
            <a:ext cx="502920" cy="502920"/>
          </a:xfrm>
          <a:prstGeom prst="ellipse">
            <a:avLst/>
          </a:prstGeom>
          <a:solidFill>
            <a:srgbClr val="0A0A0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345643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291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trénování AI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69280" y="36118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Vaše nahrávky nikdy nepoužíváme k trénování AI modelů bez souhlasu.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CENÍK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— Pro jednotlivé makléře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makléře, kteří chtějí zlepšit své telefonní dovednosti a zvýšit úspěšnost hovorů.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7680960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Balíček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Hovory / měsíc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737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 / měsíc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490 Kč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990 Kč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1 990 Kč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35204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3520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3 490 Kč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977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4 990 Kč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Zahrnuje:</a:t>
            </a:r>
            <a:endParaRPr lang="en-US" sz="11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937760"/>
            <a:ext cx="164592" cy="16459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960120" y="49103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analýza hovoru</a:t>
            </a:r>
            <a:endParaRPr lang="en-US" sz="100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4937760"/>
            <a:ext cx="164592" cy="16459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3703320" y="49103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Přepis hovoru</a:t>
            </a:r>
            <a:endParaRPr lang="en-US" sz="1000" dirty="0"/>
          </a:p>
        </p:txBody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937760"/>
            <a:ext cx="164592" cy="16459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446520" y="49103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Historie hovorů a nahrávky</a:t>
            </a:r>
            <a:endParaRPr lang="en-US" sz="1000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212080"/>
            <a:ext cx="164592" cy="16459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960120" y="51846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Sledování pokroku</a:t>
            </a:r>
            <a:endParaRPr lang="en-US" sz="10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5212080"/>
            <a:ext cx="164592" cy="16459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3703320" y="51846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Personalizovaná doporučení</a:t>
            </a:r>
            <a:endParaRPr lang="en-US" sz="1000" dirty="0"/>
          </a:p>
        </p:txBody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5212080"/>
            <a:ext cx="164592" cy="164592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6446520" y="51846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přepisů (PDF/CSV)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CENÍK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— Pro firmy a týmy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Správa celého týmu z jednoho místa s neomezeným počtem členů. Hovory ze společného poolu.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768096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Balíček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Hovory / měsíc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1737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 / měsíc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Start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2 490 Kč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Standard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4 490 Kč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Pro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7 990 Kč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3520440"/>
            <a:ext cx="7680960" cy="4572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Business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2 500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520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14 990 Kč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977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Enterprise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5 000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24 990 Kč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Zahrnuje navíc:</a:t>
            </a:r>
            <a:endParaRPr lang="en-US" sz="11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983480"/>
            <a:ext cx="164592" cy="16459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960120" y="4956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Vše ze Solo plánu</a:t>
            </a:r>
            <a:endParaRPr lang="en-US" sz="100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4983480"/>
            <a:ext cx="164592" cy="164592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3703320" y="4956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dashboard</a:t>
            </a:r>
            <a:endParaRPr lang="en-US" sz="1000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983480"/>
            <a:ext cx="164592" cy="164592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446520" y="4956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Neomezený počet profilů</a:t>
            </a:r>
            <a:endParaRPr lang="en-US" sz="100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257800"/>
            <a:ext cx="164592" cy="164592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960120" y="5230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Správa týmu</a:t>
            </a:r>
            <a:endParaRPr lang="en-US" sz="10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5257800"/>
            <a:ext cx="164592" cy="164592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3703320" y="5230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Analytika zaměstnanců</a:t>
            </a:r>
            <a:endParaRPr lang="en-US" sz="100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5257800"/>
            <a:ext cx="164592" cy="164592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446520" y="5230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Žebříčky a gamifikace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Kompletní řešení na míru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vaší značkou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velké realitní kanceláře a developerské společnosti.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Vlastní branding, AI agenti na míru a dedikovaná podpora.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3749040" cy="91440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85292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97180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761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Whitelabel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5448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SimCall vystupuje pod vaší značkou. Vlastní logo a branding.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2651760"/>
            <a:ext cx="3749040" cy="91440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7760" y="285292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297180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2761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Vlastní AI agenti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57784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Scénáře z reálných situací vaší firmy. Vaše procesy, vaše chyby, vaše skripty.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1520" y="3749040"/>
            <a:ext cx="3749040" cy="91440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14400" y="395020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06908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Dedikovaný account manažer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55448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Přímý kontakt na osobního vývojáře ze SimCall.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54880" y="3749040"/>
            <a:ext cx="3749040" cy="914400"/>
          </a:xfrm>
          <a:prstGeom prst="rect">
            <a:avLst/>
          </a:prstGeom>
          <a:solidFill>
            <a:srgbClr val="171717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937760" y="3950208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406908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Objem dohodou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57784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Počet hovorů, agentů a uživatelů bez omezení. Cena na míru.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Přestaňte pálit leady.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Začněte trénovat.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274320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Domluvit prezentaci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simcallcz@gmail.com  |  simcall.cz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Filip Mojik — Spoluzakladatel &amp; CEO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Le — Spoluzakladatel &amp; CTO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SimCall — AI Trénink pro Realitní Makléře</dc:title>
  <dc:subject>PptxGenJS Presentation</dc:subject>
  <dc:creator>SimCall</dc:creator>
  <cp:lastModifiedBy>SimCall</cp:lastModifiedBy>
  <cp:revision>1</cp:revision>
  <dcterms:created xsi:type="dcterms:W3CDTF">2026-03-12T12:42:25Z</dcterms:created>
  <dcterms:modified xsi:type="dcterms:W3CDTF">2026-03-12T12:42:25Z</dcterms:modified>
</cp:coreProperties>
</file>